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788" y="3191761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r>
              <a:rPr dirty="0"/>
              <a:t>Team Name : </a:t>
            </a:r>
            <a:r>
              <a:rPr lang="en-IN" dirty="0"/>
              <a:t>Snow Build</a:t>
            </a:r>
            <a:endParaRPr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r>
              <a:t>Problem Statement : Supply Chain Ontology and Governed Conversational Analytics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r>
              <a:rPr dirty="0"/>
              <a:t>Team Leader Name : Vipul Maurya</a:t>
            </a: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50" tIns="76750" rIns="76750" bIns="76750" anchor="t" anchorCtr="0">
            <a:normAutofit/>
          </a:bodyPr>
          <a:lstStyle/>
          <a:p>
            <a:r>
              <a:t>Team Size 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1480" y="566928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92E5E"/>
                </a:solidFill>
              </a:rPr>
              <a:t>1. Problem Brief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1234440"/>
            <a:ext cx="768096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dirty="0"/>
              <a:t>Current challenge: </a:t>
            </a:r>
            <a:r>
              <a:rPr dirty="0"/>
              <a:t>Planning, Procurement, and Logistics teams receive different KPI answers from fragmented ERP, logistics, supplier, and IoT sources.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dirty="0"/>
              <a:t>Target users: </a:t>
            </a:r>
            <a:r>
              <a:rPr dirty="0"/>
              <a:t>Supply Chain Planner, Procurement Manager, Logistics Manager, and Leadership.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dirty="0"/>
              <a:t>Goal: </a:t>
            </a:r>
            <a:r>
              <a:rPr dirty="0"/>
              <a:t>Deliver one governed ontology and semantic layer so all personas get one consistent, traceable answer.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dirty="0"/>
              <a:t>Business impact: faster decisions, trusted KPI lineage, and reduced escalation friction.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42976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Prototype focus: governed analytics + conversational insights + operational guardrails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411480" y="566928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92E5E"/>
                </a:solidFill>
              </a:rPr>
              <a:t>2. End-to-End Workflow (Input -&gt; Processing -&gt; Output)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1234440"/>
            <a:ext cx="76809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dirty="0"/>
              <a:t>Input: </a:t>
            </a:r>
            <a:r>
              <a:rPr dirty="0"/>
              <a:t>Natural-language persona questions and contract/SLA lookups via </a:t>
            </a:r>
            <a:r>
              <a:rPr dirty="0" err="1"/>
              <a:t>CoCo</a:t>
            </a:r>
            <a:r>
              <a:rPr dirty="0"/>
              <a:t> CLI and </a:t>
            </a:r>
            <a:r>
              <a:rPr dirty="0" err="1"/>
              <a:t>Streamlit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dirty="0"/>
              <a:t>Processing: </a:t>
            </a:r>
            <a:r>
              <a:rPr dirty="0"/>
              <a:t>RAW -&gt; CURATED pipelines, governed semantic view, Cortex Agent (Analyst + Search), validated procedure guardrails.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dirty="0"/>
              <a:t>Output: </a:t>
            </a:r>
            <a:r>
              <a:rPr dirty="0"/>
              <a:t>canonical KPI responses, formula + lineage visibility, and controlled action log behavior.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rPr b="1" dirty="0"/>
              <a:t>Core stack: </a:t>
            </a:r>
            <a:r>
              <a:rPr dirty="0"/>
              <a:t>SC_ONTOLOGY (RAW, LEGACY, CURATED, SEMANTIC, APP), HACK_WH (XSMALL), </a:t>
            </a:r>
            <a:r>
              <a:rPr dirty="0" err="1"/>
              <a:t>Streamlit</a:t>
            </a:r>
            <a:r>
              <a:rPr dirty="0"/>
              <a:t> in Snowflake.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42976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Recorded demo shows explicit CLI Input -&gt; Processing -&gt; Output sequence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411480" y="566928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92E5E"/>
                </a:solidFill>
              </a:rPr>
              <a:t>3. Fully Working Capabilities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118872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t>Capability 1: Governed KPI control tower with plant/quarter filters (OTD, OTIF, DOI, Landed Cost).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t>Capability 2: Before-vs-After consistency proving canonical metric alignment over legacy divergence.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t>Capability 3: Multi-persona conversational analytics + Titan Micro-Foundry SLA retrieval via Search.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</a:defRPr>
            </a:pPr>
            <a:r>
              <a:t>Capability 4: Actions guardrail blocks unconfirmed writes; no unintended ticket creation.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42976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Phase 6 status: PASSED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11480" y="566928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92E5E"/>
                </a:solidFill>
              </a:rPr>
              <a:t>4. Validation and Safety Evidence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11430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91919"/>
                </a:solidFill>
              </a:defRPr>
            </a:pPr>
            <a:r>
              <a:t>APP.ACTIONS stability check: CNT_BEFORE = 1, CNT_AFTER = 1, DELTA = 0.</a:t>
            </a:r>
          </a:p>
          <a:p>
            <a:pPr>
              <a:spcAft>
                <a:spcPts val="800"/>
              </a:spcAft>
              <a:defRPr sz="1400">
                <a:solidFill>
                  <a:srgbClr val="191919"/>
                </a:solidFill>
              </a:defRPr>
            </a:pPr>
            <a:r>
              <a:t>Ontology, glossary, KPI filters, persona flow, contract search, and actions guard all passed.</a:t>
            </a:r>
          </a:p>
          <a:p>
            <a:pPr>
              <a:spcAft>
                <a:spcPts val="800"/>
              </a:spcAft>
              <a:defRPr sz="1400">
                <a:solidFill>
                  <a:srgbClr val="191919"/>
                </a:solidFill>
              </a:defRPr>
            </a:pPr>
            <a:r>
              <a:t>Cost control checks: TSK_ANOMALY_WATCHDOG and TSK_DAILY_METRIC_CONSISTENCY_TEST remain SUSPENDED.</a:t>
            </a:r>
          </a:p>
        </p:txBody>
      </p:sp>
      <p:pic>
        <p:nvPicPr>
          <p:cNvPr id="83" name="Picture 82" descr="27_CoCo_CLI_phase5_app_deploy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43200"/>
            <a:ext cx="2103120" cy="1508760"/>
          </a:xfrm>
          <a:prstGeom prst="rect">
            <a:avLst/>
          </a:prstGeom>
        </p:spPr>
      </p:pic>
      <p:pic>
        <p:nvPicPr>
          <p:cNvPr id="84" name="Picture 83" descr="25_CoCo_CLI_phase4_analyst_tests_pass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2743200"/>
            <a:ext cx="2103120" cy="1508760"/>
          </a:xfrm>
          <a:prstGeom prst="rect">
            <a:avLst/>
          </a:prstGeom>
        </p:spPr>
      </p:pic>
      <p:pic>
        <p:nvPicPr>
          <p:cNvPr id="85" name="Picture 84" descr="06_Snowsight_verify_CUSTOMERS_100_row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2743200"/>
            <a:ext cx="2103120" cy="150876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02920" y="4297680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66CC"/>
                </a:solidFill>
              </a:defRPr>
            </a:pPr>
            <a:r>
              <a:t>Evidence snapshots from build and validation journey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TextBox 85"/>
          <p:cNvSpPr txBox="1"/>
          <p:nvPr/>
        </p:nvSpPr>
        <p:spPr>
          <a:xfrm>
            <a:off x="411480" y="566928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92E5E"/>
                </a:solidFill>
              </a:rPr>
              <a:t>5. Submission Artifacts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PresentationFormat>On-screen Show (16:9)</PresentationFormat>
  <Paragraphs>28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Maurya, Vipul (FT D AA IN MO PS PE RI-TCH MT)</cp:lastModifiedBy>
  <cp:revision>3</cp:revision>
  <dcterms:modified xsi:type="dcterms:W3CDTF">2026-09-29T15:45:49Z</dcterms:modified>
</cp:coreProperties>
</file>