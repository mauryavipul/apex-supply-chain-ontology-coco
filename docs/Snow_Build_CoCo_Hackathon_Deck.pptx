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13"/>
    <p:sldId id="263" r:id="rId14"/>
    <p:sldId id="264" r:id="rId15"/>
    <p:sldId id="260" r:id="rId6"/>
    <p:sldId id="265" r:id="rId1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8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hyperlink" Target="https://github.com/mauryavipul/apex-supply-chain-ontology-coc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788" y="3191761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r>
              <a:rPr dirty="0"/>
              <a:t>Team Name : </a:t>
            </a:r>
            <a:r>
              <a:rPr lang="en-IN" dirty="0"/>
              <a:t>Snow Build</a:t>
            </a:r>
            <a:endParaRPr dirty="0"/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r>
              <a:t>Problem Statement : Supply Chain Ontology and Governed Conversational Analytics</a:t>
            </a: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r>
              <a:rPr dirty="0"/>
              <a:t>Team Leader Name : Vipul Maurya</a:t>
            </a: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r>
              <a:t>Team Size :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29100" y="600420"/>
            <a:ext cx="8485800" cy="42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11480" y="566928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92E5E"/>
                </a:solidFill>
              </a:rPr>
              <a:t>1. Problem Brief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1234440"/>
            <a:ext cx="768096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sz="1500"/>
              <a:t>Current challenge: </a:t>
            </a:r>
            <a:r>
              <a:rPr sz="1500"/>
              <a:t>Planning, Procurement and Logistics answer the same question – “What was our on-time delivery for Q3 2026 orders?” – with 83.51%, 96.65% and 64.12%, built from fragmented ERP, logistics, supplier and IoT sources.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sz="1500"/>
              <a:t>Target users: </a:t>
            </a:r>
            <a:r>
              <a:rPr sz="1500"/>
              <a:t>Supply Chain Planner, Procurement Manager, Logistics Manager and Leadership.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sz="1500"/>
              <a:t>Goal: </a:t>
            </a:r>
            <a:r>
              <a:rPr sz="1500"/>
              <a:t>One governed ontology and semantic layer so every persona gets one consistent, traceable answer – and can act on it safely.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sz="1500"/>
              <a:t>Business impact: </a:t>
            </a:r>
            <a:r>
              <a:rPr sz="1500"/>
              <a:t>faster decisions, trusted KPI lineage, early risk detection and governed escalation.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429768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rPr/>
              <a:t>Solution: one trusted answer → continuously defended → simulated &amp; prescribed → acted 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411480" y="566928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92E5E"/>
                </a:solidFill>
              </a:rPr>
              <a:t>2. End-to-End Workflow (Input -&gt; Processing -&gt; Output)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1234440"/>
            <a:ext cx="76809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sz="1500"/>
              <a:t>Input: </a:t>
            </a:r>
            <a:r>
              <a:rPr sz="1500"/>
              <a:t>Natural-language persona questions, contract/SLA lookups and what-if scenarios via CoCo CLI and the Streamlit control tower.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sz="1500"/>
              <a:t>Processing: </a:t>
            </a:r>
            <a:r>
              <a:rPr sz="1500"/>
              <a:t>RAW → CURATED pipelines, governed semantic view, Cortex Agent (Analyst + Search) with guardrails, metric registry + provenance + drift sentinel, risk scoring and recommendation engine.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sz="1500"/>
              <a:t>Output: </a:t>
            </a:r>
            <a:r>
              <a:rPr sz="1500"/>
              <a:t>canonical KPI answers with formula, source and confidence badge; drift status; prioritized recommendations; what-if projections; escalations only after confirmation.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sz="1500"/>
              <a:t>Core stack: </a:t>
            </a:r>
            <a:r>
              <a:rPr sz="1500"/>
              <a:t>SC_ONTOLOGY (RAW, LEGACY, CURATED, SEMANTIC, GOVERNANCE, APP), HACK_WH (XSMALL), Streamlit in Snowflake.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429768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t>Recorded demo shows explicit CLI Input -&gt; Processing -&gt; Output sequence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411480" y="566928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92E5E"/>
                </a:solidFill>
              </a:rPr>
              <a:t>3. Fully Working Capabilities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118872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sz="1400"/>
              <a:t>1. Command Center: </a:t>
            </a:r>
            <a:r>
              <a:rPr sz="1400"/>
              <a:t>one-screen roll-up of KPIs, governance health and top risks.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sz="1400"/>
              <a:t>2. Monitor: </a:t>
            </a:r>
            <a:r>
              <a:rPr sz="1400"/>
              <a:t>governed KPIs with filters + Before-vs-After (3 legacy numbers → one canonical 64.12%).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sz="1400"/>
              <a:t>3. Ask: </a:t>
            </a:r>
            <a:r>
              <a:rPr sz="1400"/>
              <a:t>multi-persona chat via Cortex Agent with provenance badge (formula, owner, source, freshness, Verified tier) and guardrails.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sz="1400"/>
              <a:t>4. Govern: </a:t>
            </a:r>
            <a:r>
              <a:rPr sz="1400"/>
              <a:t>metric registry glossary, drift sentinel health, ontology &amp; lineage graph.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sz="1400"/>
              <a:t>5. Decide: </a:t>
            </a:r>
            <a:r>
              <a:rPr sz="1400"/>
              <a:t>38 risk signals, 13 prescriptive recommendations, illustrative what-if simulator.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sz="1400"/>
              <a:t>6. Act: </a:t>
            </a:r>
            <a:r>
              <a:rPr sz="1400"/>
              <a:t>governed escalation – validated procedure + explicit confirmation; no unintended writes.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429768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rPr/>
              <a:t>Status: Phases 1–9 deployed · Final app validated 8/8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5900" y="4478850"/>
            <a:ext cx="85122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11480" y="566928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92E5E"/>
                </a:solidFill>
              </a:rPr>
              <a:t>7. Validation and Safety Evidence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" y="11430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91919"/>
                </a:solidFill>
              </a:defRPr>
            </a:pPr>
            <a:r>
              <a:rPr b="1" sz="1300"/>
              <a:t>Final app CLI suite: </a:t>
            </a:r>
            <a:r>
              <a:rPr sz="1300"/>
              <a:t>8/8 PASS – governance, drift, persona consistency, guardrails, risk, what-if, escalation guard, app state.</a:t>
            </a:r>
          </a:p>
          <a:p>
            <a:pPr>
              <a:spcAft>
                <a:spcPts val="800"/>
              </a:spcAft>
              <a:defRPr sz="1400">
                <a:solidFill>
                  <a:srgbClr val="191919"/>
                </a:solidFill>
              </a:defRPr>
            </a:pPr>
            <a:r>
              <a:rPr b="1" sz="1300"/>
              <a:t>Safety: </a:t>
            </a:r>
            <a:r>
              <a:rPr sz="1300"/>
              <a:t>APP.ACTIONS stayed 1 (delta 0); all 3 scheduled tasks SUSPENDED; HACK_WH XSMALL.</a:t>
            </a:r>
          </a:p>
          <a:p>
            <a:pPr>
              <a:spcAft>
                <a:spcPts val="800"/>
              </a:spcAft>
              <a:defRPr sz="1400">
                <a:solidFill>
                  <a:srgbClr val="191919"/>
                </a:solidFill>
              </a:defRPr>
            </a:pPr>
            <a:r>
              <a:rPr b="1" sz="1300"/>
              <a:t>Prototype: </a:t>
            </a:r>
            <a:r>
              <a:rPr sz="1300"/>
              <a:t>5/5 PASS · Browser smoke test of the final app: 6/6 pages PASS.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20" y="429768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rPr/>
              <a:t>Evidence: final app deploy validation (left) Â· 8/8 test scorecard (right), both in CoCo CLI</a:t>
            </a:r>
          </a:p>
        </p:txBody>
      </p:sp>
      <p:pic>
        <p:nvPicPr>
          <p:cNvPr id="87" name="Picture 86" descr="31_CoCo_CLI_phase9_app_v2_deploy_valid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570" y="2250000"/>
            <a:ext cx="3730860" cy="198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88" name="Picture 87" descr="36_CoCo_CLI_v2_tests_8of8_scorec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8542" y="2250000"/>
            <a:ext cx="3682915" cy="198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411480" y="566928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92E5E"/>
                </a:solidFill>
              </a:rPr>
              <a:t>4. Final App: Command Center &amp; Governed Answers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429768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rPr/>
              <a:t>Live in Snowflake: SC_ONTOLOGY.APP.SUPPLY_CHAIN_CONTROL_TOWER</a:t>
            </a:r>
          </a:p>
        </p:txBody>
      </p:sp>
      <p:pic>
        <p:nvPicPr>
          <p:cNvPr id="78" name="Picture 77" descr="38_App_v2_command_center_ch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00" y="1180000"/>
            <a:ext cx="4073999" cy="2051168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79" name="Picture 78" descr="33_App_v2_ask_proven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059" y="1180000"/>
            <a:ext cx="4065882" cy="256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0" name="TextBox 79"/>
          <p:cNvSpPr txBox="1"/>
          <p:nvPr/>
        </p:nvSpPr>
        <p:spPr>
          <a:xfrm>
            <a:off x="420000" y="3800000"/>
            <a:ext cx="4074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404040"/>
                </a:solidFill>
              </a:rPr>
              <a:t>Command Center – KPIs, governance health, top risks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50000" y="3800000"/>
            <a:ext cx="4074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404040"/>
                </a:solidFill>
              </a:rPr>
              <a:t>Ask – 64.12% for every persona, with provenance badge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411480" y="566928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92E5E"/>
                </a:solidFill>
              </a:rPr>
              <a:t>5. Final App: Prescriptive Decisions &amp; What-If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429768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rPr/>
              <a:t>Recommendations become actions only through the governed Act page</a:t>
            </a:r>
          </a:p>
        </p:txBody>
      </p:sp>
      <p:pic>
        <p:nvPicPr>
          <p:cNvPr id="78" name="Picture 77" descr="41_App_v2_whatif_ch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00" y="1180000"/>
            <a:ext cx="4900000" cy="2457852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6" name="TextBox 65"/>
          <p:cNvSpPr txBox="1"/>
          <p:nvPr/>
        </p:nvSpPr>
        <p:spPr>
          <a:xfrm>
            <a:off x="5450000" y="1150000"/>
            <a:ext cx="33500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sz="1300"/>
              <a:t>Risk signals: </a:t>
            </a:r>
            <a:r>
              <a:rPr sz="1300"/>
              <a:t>38 suppliers &amp; carriers scored 0–100; top = SUP-104 (Titan Micro-Foundry).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sz="1300"/>
              <a:t>Recommendations: </a:t>
            </a:r>
            <a:r>
              <a:rPr sz="1300"/>
              <a:t>13 deterministic actions, e.g. dual-source SUP-104, move lanes away from CARR-01/03/07.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sz="1300"/>
              <a:t>What-if: </a:t>
            </a:r>
            <a:r>
              <a:rPr sz="1300"/>
              <a:t>OTD 64.12% → 68.37%, net cost +$36,625 → does not pay back.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sz="1300"/>
              <a:t>Honest by design: </a:t>
            </a:r>
            <a:r>
              <a:rPr sz="1300"/>
              <a:t>illustrative heuristics, clearly labelled – not a forecast.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411480" y="566928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92E5E"/>
                </a:solidFill>
              </a:rPr>
              <a:t>6. How CoCo CLI Was Used: Plan → Build → Test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429768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rPr/>
              <a:t>Every SQL step was reviewed and approved in CoCo CLI before execution</a:t>
            </a:r>
          </a:p>
        </p:txBody>
      </p:sp>
      <p:graphicFrame>
        <p:nvGraphicFramePr>
          <p:cNvPr id="78" name="Table 77"/>
          <p:cNvGraphicFramePr>
            <a:graphicFrameLocks noGrp="1"/>
          </p:cNvGraphicFramePr>
          <p:nvPr/>
        </p:nvGraphicFramePr>
        <p:xfrm>
          <a:off x="500000" y="1130000"/>
          <a:ext cx="8100000" cy="3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000"/>
                <a:gridCol w="4600000"/>
                <a:gridCol w="2050000"/>
              </a:tblGrid>
              <a:tr h="28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T="20000" marB="20000">
                    <a:solidFill>
                      <a:srgbClr val="092E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What CoCo did</a:t>
                      </a:r>
                    </a:p>
                  </a:txBody>
                  <a:tcPr marT="20000" marB="20000">
                    <a:solidFill>
                      <a:srgbClr val="092E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T="20000" marB="20000">
                    <a:solidFill>
                      <a:srgbClr val="092E5E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Plan</a:t>
                      </a:r>
                    </a:p>
                  </a:txBody>
                  <a:tcPr marT="20000" marB="200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Clarifying questions, region/model checks, blueprint (PLAN.md)</a:t>
                      </a:r>
                    </a:p>
                  </a:txBody>
                  <a:tcPr marT="20000" marB="200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92E5E"/>
                          </a:solidFill>
                        </a:rPr>
                        <a:t>Approved phased plan</a:t>
                      </a:r>
                    </a:p>
                  </a:txBody>
                  <a:tcPr marT="20000" marB="20000">
                    <a:solidFill>
                      <a:srgbClr val="EEF3FA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1 Data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DB, schemas, synthetic data with injected issues; self-fixed SQL errors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92E5E"/>
                          </a:solidFill>
                        </a:rPr>
                        <a:t>Legacy 83.51 / 96.65 / 64.12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2 Pipelines</a:t>
                      </a:r>
                    </a:p>
                  </a:txBody>
                  <a:tcPr marT="20000" marB="200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Dynamic tables, stream + tasks, data-quality checks</a:t>
                      </a:r>
                    </a:p>
                  </a:txBody>
                  <a:tcPr marT="20000" marB="200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92E5E"/>
                          </a:solidFill>
                        </a:rPr>
                        <a:t>All checks PASSED</a:t>
                      </a:r>
                    </a:p>
                  </a:txBody>
                  <a:tcPr marT="20000" marB="20000">
                    <a:solidFill>
                      <a:srgbClr val="EEF3FA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3 Semantic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Semantic view + 10 verified queries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92E5E"/>
                          </a:solidFill>
                        </a:rPr>
                        <a:t>Canonical OTD 64.12%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4 AI</a:t>
                      </a:r>
                    </a:p>
                  </a:txBody>
                  <a:tcPr marT="20000" marB="200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Cortex Search, Cortex Agent, validated escalation procedure</a:t>
                      </a:r>
                    </a:p>
                  </a:txBody>
                  <a:tcPr marT="20000" marB="200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92E5E"/>
                          </a:solidFill>
                        </a:rPr>
                        <a:t>3 personas → 64.12%</a:t>
                      </a:r>
                    </a:p>
                  </a:txBody>
                  <a:tcPr marT="20000" marB="20000">
                    <a:solidFill>
                      <a:srgbClr val="EEF3FA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5–6 Prototype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Streamlit app, deployment, CLI test suite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92E5E"/>
                          </a:solidFill>
                        </a:rPr>
                        <a:t>5 / 5 PASS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7 Governance</a:t>
                      </a:r>
                    </a:p>
                  </a:txBody>
                  <a:tcPr marT="20000" marB="200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Metric registry, provenance, drift sentinel, guardrails</a:t>
                      </a:r>
                    </a:p>
                  </a:txBody>
                  <a:tcPr marT="20000" marB="200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92E5E"/>
                          </a:solidFill>
                        </a:rPr>
                        <a:t>ALIGNED · Verified</a:t>
                      </a:r>
                    </a:p>
                  </a:txBody>
                  <a:tcPr marT="20000" marB="20000">
                    <a:solidFill>
                      <a:srgbClr val="EEF3FA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8 Decisions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Risk signals, recommendations, what-if function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92E5E"/>
                          </a:solidFill>
                        </a:rPr>
                        <a:t>38 signals · 13 recs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9 Final app</a:t>
                      </a:r>
                    </a:p>
                  </a:txBody>
                  <a:tcPr marT="20000" marB="200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6-page app, deploy, browser smoke test, UI fixes</a:t>
                      </a:r>
                    </a:p>
                  </a:txBody>
                  <a:tcPr marT="20000" marB="200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92E5E"/>
                          </a:solidFill>
                        </a:rPr>
                        <a:t>6 / 6 pages PASS</a:t>
                      </a:r>
                    </a:p>
                  </a:txBody>
                  <a:tcPr marT="20000" marB="20000">
                    <a:solidFill>
                      <a:srgbClr val="EEF3FA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10 Testing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Read-only validation suite incl. negative test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92E5E"/>
                          </a:solidFill>
                        </a:rPr>
                        <a:t>8 / 8 PASS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411480" y="566928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92E5E"/>
                </a:solidFill>
              </a:rPr>
              <a:t>8. Submission Artifacts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429768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rPr/>
              <a:t>Team Snow Build · Team Leader: Vipul Maurya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1234440"/>
            <a:ext cx="768096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sz="1500"/>
              <a:t>GitHub repository: </a:t>
            </a:r>
            <a:r>
              <a:rPr sz="1500">
                <a:hlinkClick r:id="rId3"/>
              </a:rPr>
              <a:t>github.com/mauryavipul/apex-supply-chain-ontology-coco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sz="1500"/>
              <a:t>In the repo: </a:t>
            </a:r>
            <a:r>
              <a:rPr sz="1500"/>
              <a:t>SQL 01–23 in run order, app source (prototype + final), PLAN.md (Phases 1–10), prototype &amp; final app validation summaries, CoCo build journey (PDF), screenshots.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sz="1500"/>
              <a:t>Demo video: </a:t>
            </a:r>
            <a:r>
              <a:rPr sz="1500"/>
              <a:t>prototype recording (link in the repo README).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sz="1500"/>
              <a:t>Live app: </a:t>
            </a:r>
            <a:r>
              <a:rPr sz="1500"/>
              <a:t>SC_ONTOLOGY.APP.SUPPLY_CHAIN_CONTROL_TOWER – Streamlit in Snowflake (requires account access).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</Words>
  <Application>Microsoft Office PowerPoint</Application>
  <PresentationFormat>On-screen Show (16:9)</PresentationFormat>
  <Paragraphs>28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Maurya, Vipul (FT D AA IN MO PS PE RI-TCH MT)</cp:lastModifiedBy>
  <cp:revision>3</cp:revision>
  <dcterms:modified xsi:type="dcterms:W3CDTF">2026-09-29T15:45:49Z</dcterms:modified>
</cp:coreProperties>
</file>